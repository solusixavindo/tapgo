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9144000" cy="12931444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page1.jpe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page2.jpe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page3.jpe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page4.jpe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page5.jpe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p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9314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9314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931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931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931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931444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TapGo Generator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Klarifikasi Mobile Application TapGo Midtrans v2</dc:title>
  <dc:creator>PT TAPGO LION INDONESIA</dc:creator>
  <cp:lastModifiedBy>PT TAPGO LION INDONESIA</cp:lastModifiedBy>
</cp:coreProperties>
</file>